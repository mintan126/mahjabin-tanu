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8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7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8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9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5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2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4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7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5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7697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95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912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0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40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3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3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1408631"/>
            <a:ext cx="5826719" cy="1646302"/>
          </a:xfrm>
        </p:spPr>
        <p:txBody>
          <a:bodyPr/>
          <a:lstStyle/>
          <a:p>
            <a:r>
              <a:rPr dirty="0" err="1"/>
              <a:t>InnovateTech</a:t>
            </a:r>
            <a:r>
              <a:rPr dirty="0"/>
              <a:t>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20593" y="3428999"/>
            <a:ext cx="2836721" cy="2160639"/>
          </a:xfrm>
        </p:spPr>
        <p:txBody>
          <a:bodyPr>
            <a:normAutofit/>
          </a:bodyPr>
          <a:lstStyle/>
          <a:p>
            <a:pPr algn="l"/>
            <a:r>
              <a:rPr dirty="0"/>
              <a:t>Prepared by: </a:t>
            </a:r>
            <a:endParaRPr lang="en-US" dirty="0"/>
          </a:p>
          <a:p>
            <a:pPr algn="l"/>
            <a:r>
              <a:rPr b="1" dirty="0" err="1"/>
              <a:t>Mst</a:t>
            </a:r>
            <a:r>
              <a:rPr b="1" dirty="0"/>
              <a:t>. </a:t>
            </a:r>
            <a:r>
              <a:rPr b="1" dirty="0" err="1"/>
              <a:t>Mahjabin</a:t>
            </a:r>
            <a:r>
              <a:rPr b="1" dirty="0"/>
              <a:t> Tanu</a:t>
            </a:r>
          </a:p>
          <a:p>
            <a:pPr algn="l"/>
            <a:r>
              <a:rPr dirty="0"/>
              <a:t>Batch Name: 6</a:t>
            </a:r>
            <a:r>
              <a:rPr lang="en-US" dirty="0"/>
              <a:t>1</a:t>
            </a:r>
          </a:p>
          <a:p>
            <a:pPr algn="l"/>
            <a:r>
              <a:rPr lang="en-US" dirty="0"/>
              <a:t>Department: Mathematic</a:t>
            </a:r>
          </a:p>
          <a:p>
            <a:pPr algn="l"/>
            <a:r>
              <a:rPr lang="en-US" dirty="0"/>
              <a:t>Date: 04.02.2025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4BBB0-5C4E-BBAB-4013-A6F4D1913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12" y="3803067"/>
            <a:ext cx="2338695" cy="16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000" dirty="0" err="1"/>
              <a:t>InnovateTech</a:t>
            </a:r>
            <a:r>
              <a:rPr sz="2000" dirty="0"/>
              <a:t> Solutions is a rapidly growing technology company that specializes in innovative software and hardware solutions for small and medium-sized businesses. We focus on cloud computing, ERP, CRM systems, and secure hardware to enhance productivity and profitability.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FD150-304A-D370-8B55-C6C49155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54" y="4622138"/>
            <a:ext cx="3700019" cy="1626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Products:</a:t>
            </a:r>
          </a:p>
          <a:p>
            <a:r>
              <a:rPr dirty="0"/>
              <a:t>- Custom Software Solutions (CRM, ERP, Inventory Management)</a:t>
            </a:r>
          </a:p>
          <a:p>
            <a:r>
              <a:rPr dirty="0"/>
              <a:t>- Cloud Solutions (Storage, Hosting, Backup)</a:t>
            </a:r>
          </a:p>
          <a:p>
            <a:r>
              <a:rPr dirty="0"/>
              <a:t>- Hardware Solutions (Servers, Workstations, Network Infrastructure)</a:t>
            </a:r>
          </a:p>
          <a:p>
            <a:endParaRPr dirty="0"/>
          </a:p>
          <a:p>
            <a:r>
              <a:rPr dirty="0"/>
              <a:t>Services:</a:t>
            </a:r>
          </a:p>
          <a:p>
            <a:r>
              <a:rPr dirty="0"/>
              <a:t>- Consulting Services</a:t>
            </a:r>
          </a:p>
          <a:p>
            <a:r>
              <a:rPr dirty="0"/>
              <a:t>- 24/7 Customer Support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and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Yearly Sales and Cost Summary:</a:t>
            </a:r>
          </a:p>
          <a:p>
            <a:r>
              <a:rPr sz="2000" dirty="0"/>
              <a:t>2023: Sales Revenue: $5M, Net Profit: $2M</a:t>
            </a:r>
          </a:p>
          <a:p>
            <a:r>
              <a:rPr sz="2000" dirty="0"/>
              <a:t>2024: Sales Revenue: $6.5M, Net Profit: $2.8M</a:t>
            </a:r>
          </a:p>
          <a:p>
            <a:r>
              <a:rPr sz="2000" dirty="0"/>
              <a:t>2025 (Projected): Sales Revenue: $8M, Net Profit: $3.5M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400" dirty="0" err="1"/>
              <a:t>InnovateTech</a:t>
            </a:r>
            <a:r>
              <a:rPr sz="2400" dirty="0"/>
              <a:t> Solutions is dedicated to empowering businesses through cutting-edge technology. </a:t>
            </a:r>
            <a:endParaRPr lang="en-US" sz="2400" dirty="0"/>
          </a:p>
          <a:p>
            <a:r>
              <a:rPr sz="2400" dirty="0"/>
              <a:t>For more details, visit: www.innovatetech.com/products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6225920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Video 2" title="Man using a laptop">
            <a:hlinkClick r:id="" action="ppaction://media"/>
            <a:extLst>
              <a:ext uri="{FF2B5EF4-FFF2-40B4-BE49-F238E27FC236}">
                <a16:creationId xmlns:a16="http://schemas.microsoft.com/office/drawing/2014/main" id="{F1C888ED-B51A-5C9F-19E8-8CAD4D92EE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732" y="1949873"/>
            <a:ext cx="5252672" cy="295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1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3E06167D-DAC5-BB14-5BB5-C6889C042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59" r="13963"/>
          <a:stretch/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1E1EEA-506E-122F-51B3-BC60C3F14D4E}"/>
              </a:ext>
            </a:extLst>
          </p:cNvPr>
          <p:cNvSpPr txBox="1"/>
          <p:nvPr/>
        </p:nvSpPr>
        <p:spPr>
          <a:xfrm>
            <a:off x="508000" y="2160589"/>
            <a:ext cx="288834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334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192</Words>
  <Application>Microsoft Office PowerPoint</Application>
  <PresentationFormat>On-screen Show (4:3)</PresentationFormat>
  <Paragraphs>26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InnovateTech Solutions</vt:lpstr>
      <vt:lpstr>Company Overview</vt:lpstr>
      <vt:lpstr>Products and Services</vt:lpstr>
      <vt:lpstr>Sales and Cost Analysis</vt:lpstr>
      <vt:lpstr>Conclusion and Contact Information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WALTON</dc:creator>
  <cp:keywords/>
  <dc:description>generated using python-pptx</dc:description>
  <cp:lastModifiedBy>CSEian</cp:lastModifiedBy>
  <cp:revision>5</cp:revision>
  <dcterms:created xsi:type="dcterms:W3CDTF">2013-01-27T09:14:16Z</dcterms:created>
  <dcterms:modified xsi:type="dcterms:W3CDTF">2025-02-04T11:44:14Z</dcterms:modified>
  <cp:category/>
</cp:coreProperties>
</file>